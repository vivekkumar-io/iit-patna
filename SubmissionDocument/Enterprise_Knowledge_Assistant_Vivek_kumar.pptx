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8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Enterprise Knowledge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Project 2 — Advanced RAG Application</a:t>
            </a:r>
            <a:br/>
            <a:r>
              <a:t>Vivek Kumar | IIT Patna GenAI Development Program</a:t>
            </a:r>
            <a:br/>
            <a:r>
              <a:t>Oeeggis Corporation (Fictional — Academic Project)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315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"/>
            <a:ext cx="328378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C3A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79" y="2832774"/>
            <a:ext cx="81493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Employees need quick answers from HR, IT, travel, and benefits policies.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Policy information is spread across multiple PDF and text documents.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Manual search is slow, inconsistent, and time-consuming.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Need: a reliable assistant that answers from official company documents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"/>
            <a:ext cx="313053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C3A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06862" cy="1887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Built an Employee Knowledge Assistant using Retrieval-Augmented Generation (RAG).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Indexes local company documents and retrieves relevant chunks for each question.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Uses hybrid search +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reranking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for better accuracy.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Generates grounded answers with source citations in a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Streamlit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chat UI.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Remembers follow-up questions using conversational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C3A"/>
                </a:solidFill>
              </a:defRPr>
            </a:pPr>
            <a:r>
              <a:t>Architecture Flow Diagram</a:t>
            </a:r>
          </a:p>
        </p:txBody>
      </p:sp>
      <p:pic>
        <p:nvPicPr>
          <p:cNvPr id="5" name="Picture 4" descr="Architecture_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1"/>
            <a:ext cx="8503920" cy="6629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A: Indexing Pipeline (offline)  |  B: Query Pipeline (online)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C3A"/>
                </a:solidFill>
              </a:defRPr>
            </a:pPr>
            <a:r>
              <a:t>Welcome Screen</a:t>
            </a:r>
          </a:p>
        </p:txBody>
      </p:sp>
      <p:pic>
        <p:nvPicPr>
          <p:cNvPr id="5" name="Picture 4" descr="Welc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85800"/>
            <a:ext cx="8503920" cy="4036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Landing page before the user starts a live conversation.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C3A"/>
                </a:solidFill>
              </a:defRPr>
            </a:pPr>
            <a:r>
              <a:t>Live Application Screen</a:t>
            </a:r>
          </a:p>
        </p:txBody>
      </p:sp>
      <p:pic>
        <p:nvPicPr>
          <p:cNvPr id="5" name="Picture 4" descr="AinP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85800"/>
            <a:ext cx="8503920" cy="42475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Streamlit chat UI with knowledge scope sidebar and assistant greeting.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"/>
            <a:ext cx="291438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C3A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60102" cy="2646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Language: Python 3.10+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UI: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Streamlit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Framework: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LangChain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LLM &amp;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Embeddings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OpenAI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(gpt-4o-mini, text-embedding-3-small)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Vector Database: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ChromaDB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Keyword Search: BM25 (rank-bm25)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Reranking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: sentence-transformers cross-encoder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"/>
            <a:ext cx="445320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C3A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Key Features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322226" cy="2646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Document ingestion from local folder (PDF, DOCX, TXT)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Chunking,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embeddings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, and vector storage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Semantic retrieval + BM25 hybrid search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Cross-encoder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reranking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for relevance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Conversational memory for follow-up questions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Source citations displayed in the UI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Hallucination guard with clear not-found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"/>
            <a:ext cx="20407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C3A"/>
                </a:solidFill>
              </a:defRPr>
            </a:pP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Setup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4904548" cy="2267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1. Run setup.bat and python scripts/ingest.py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2. Start app with start.bat → http://localhost:8501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3. Welcome screen → Start Conversation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4. Ask: What is the leave policy?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5. Follow-up: What about carry-forward?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6. Show source citations and Clear / Reset button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522" y="320040"/>
            <a:ext cx="81922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C1C3A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How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57347" cy="1887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1. setup.bat (first time only)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2. copy .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env.example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.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env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and add OPENAI_API_KEY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3. python scripts/ingest.py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4. start.bat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5. Open http://localhost:8501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Backgreound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  <a:br/>
            <a:r>
              <a:t/>
            </a:r>
            <a:br/>
            <a:r>
              <a:t>Vivek Kumar</a:t>
            </a:r>
            <a:br/>
            <a:r>
              <a:t>Enterprise Knowledge Assistant — Advanced 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337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SONY</cp:lastModifiedBy>
  <cp:revision>2</cp:revision>
  <dcterms:created xsi:type="dcterms:W3CDTF">2013-01-27T09:14:16Z</dcterms:created>
  <dcterms:modified xsi:type="dcterms:W3CDTF">2026-09-18T03:14:00Z</dcterms:modified>
  <cp:category/>
</cp:coreProperties>
</file>