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6" r:id="rId8"/>
    <p:sldId id="270" r:id="rId9"/>
    <p:sldId id="271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8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Enterprise Knowledge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6844" y="2522064"/>
            <a:ext cx="608378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rPr dirty="0"/>
              <a:t>Project 2 — Advanced RAG Application</a:t>
            </a:r>
          </a:p>
          <a:p>
            <a:r>
              <a:rPr lang="en-US" dirty="0" smtClean="0"/>
              <a:t>    </a:t>
            </a:r>
            <a:r>
              <a:rPr dirty="0" err="1" smtClean="0"/>
              <a:t>Vivek</a:t>
            </a:r>
            <a:r>
              <a:rPr dirty="0" smtClean="0"/>
              <a:t> </a:t>
            </a:r>
            <a:r>
              <a:rPr dirty="0"/>
              <a:t>Kumar | IIT Patna USDC </a:t>
            </a:r>
            <a:r>
              <a:rPr dirty="0" err="1"/>
              <a:t>GenAI</a:t>
            </a:r>
            <a:r>
              <a:rPr dirty="0"/>
              <a:t> Development Program</a:t>
            </a:r>
          </a:p>
          <a:p>
            <a:r>
              <a:rPr lang="en-US" dirty="0" smtClean="0"/>
              <a:t>   </a:t>
            </a:r>
            <a:r>
              <a:rPr dirty="0" err="1" smtClean="0"/>
              <a:t>Oeeggis</a:t>
            </a:r>
            <a:r>
              <a:rPr dirty="0" smtClean="0"/>
              <a:t> </a:t>
            </a:r>
            <a:r>
              <a:rPr dirty="0"/>
              <a:t>Corporation (Fictional — Academic Project)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Employees need quick answers from HR, IT, travel, and benefits policies.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Policy information is spread across multiple PDF and text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Manual search is slow, inconsistent, and time-consuming.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Need: a reliable assistant that answers from official company documents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Built an Employee Knowledge Assistant using Retrieval-Augmented Generation (RAG).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Indexes local company documents and retrieves relevant chunks for each question.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Uses hybrid search + reranking for better accuracy.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Generates grounded answers with source citations in a Streamlit chat UI.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Remembers follow-up questions using conversational memory.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Architecture Flow Diagram</a:t>
            </a:r>
          </a:p>
        </p:txBody>
      </p:sp>
      <p:pic>
        <p:nvPicPr>
          <p:cNvPr id="3" name="Picture 2" descr="architectur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8503920" cy="5663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A: Indexing Pipeline (offline)  |  B: Query Pipeline (online)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Architecture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44712" cy="1887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Indexing: Documents → Loader → </a:t>
            </a:r>
            <a:r>
              <a:rPr dirty="0" err="1"/>
              <a:t>Chunker</a:t>
            </a:r>
            <a:r>
              <a:rPr dirty="0"/>
              <a:t> → </a:t>
            </a:r>
            <a:r>
              <a:rPr dirty="0" err="1"/>
              <a:t>Embeddings</a:t>
            </a:r>
            <a:r>
              <a:rPr dirty="0"/>
              <a:t> → </a:t>
            </a:r>
            <a:r>
              <a:rPr dirty="0" err="1"/>
              <a:t>ChromaDB</a:t>
            </a:r>
            <a:r>
              <a:rPr dirty="0"/>
              <a:t> + BM25.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Query: User input → route message → hybrid search → </a:t>
            </a:r>
            <a:r>
              <a:rPr dirty="0" err="1"/>
              <a:t>rerank</a:t>
            </a:r>
            <a:r>
              <a:rPr dirty="0"/>
              <a:t> → LLM.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Memory rewrite handles follow-up questions using chat history.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Instant reply path for greetings and casual introductions.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 err="1" smtClean="0"/>
              <a:t>Streamlit</a:t>
            </a:r>
            <a:r>
              <a:rPr dirty="0" smtClean="0"/>
              <a:t> </a:t>
            </a:r>
            <a:r>
              <a:rPr dirty="0"/>
              <a:t>UI shows answer, sources, history, and reset option.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Application UI — Home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27" y="5732727"/>
            <a:ext cx="784704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rPr dirty="0" smtClean="0"/>
              <a:t>User </a:t>
            </a:r>
            <a:r>
              <a:rPr dirty="0"/>
              <a:t>can see which topics the assistant can answer from</a:t>
            </a:r>
            <a:r>
              <a:rPr dirty="0" smtClean="0"/>
              <a:t>.</a:t>
            </a:r>
            <a:r>
              <a:rPr lang="en-US" dirty="0" smtClean="0"/>
              <a:t> </a:t>
            </a:r>
            <a:r>
              <a:rPr dirty="0" smtClean="0"/>
              <a:t>Main </a:t>
            </a:r>
            <a:r>
              <a:rPr dirty="0"/>
              <a:t>chat area shows welcome message from the </a:t>
            </a:r>
            <a:r>
              <a:rPr dirty="0" smtClean="0"/>
              <a:t>assistant.</a:t>
            </a:r>
            <a:r>
              <a:rPr lang="en-US" dirty="0" smtClean="0"/>
              <a:t> </a:t>
            </a:r>
            <a:r>
              <a:rPr dirty="0" smtClean="0"/>
              <a:t>Chat </a:t>
            </a:r>
            <a:r>
              <a:rPr dirty="0"/>
              <a:t>input at bottom: type policy questions in natural </a:t>
            </a:r>
            <a:r>
              <a:rPr dirty="0" smtClean="0"/>
              <a:t>language.</a:t>
            </a:r>
            <a:r>
              <a:rPr lang="en-US" dirty="0" smtClean="0"/>
              <a:t> </a:t>
            </a:r>
            <a:r>
              <a:rPr dirty="0" smtClean="0"/>
              <a:t>Clear </a:t>
            </a:r>
            <a:r>
              <a:rPr dirty="0"/>
              <a:t>/ Reset button clears chat history and memory</a:t>
            </a:r>
            <a:r>
              <a:rPr dirty="0" smtClean="0"/>
              <a:t>.</a:t>
            </a:r>
            <a:r>
              <a:rPr lang="en-US" dirty="0" smtClean="0"/>
              <a:t> 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8" y="685884"/>
            <a:ext cx="8873836" cy="4697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4904548" cy="1508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1. Run setup.bat and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2. Start app with start.bat →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3. Ask: What is the leave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lang="en-US" dirty="0" smtClean="0"/>
              <a:t>4</a:t>
            </a:r>
            <a:r>
              <a:rPr dirty="0" smtClean="0"/>
              <a:t>. </a:t>
            </a:r>
            <a:r>
              <a:rPr dirty="0"/>
              <a:t>Show source citations and Clear/Reset button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1. setup.bat (first time only)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2. copy .env.example .env and add OPENAI_API_KEY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3.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4. start.bat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5. Open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Submission docs available in SubmissionDocument/ folder.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7297" y="3291840"/>
            <a:ext cx="312367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mtClean="0"/>
              <a:t>Vivek</a:t>
            </a:r>
            <a:r>
              <a:rPr dirty="0" smtClean="0"/>
              <a:t> </a:t>
            </a:r>
            <a:r>
              <a:rPr dirty="0"/>
              <a:t>Kumar</a:t>
            </a:r>
          </a:p>
          <a:p>
            <a:r>
              <a:rPr dirty="0"/>
              <a:t>Enterprise Knowledge </a:t>
            </a:r>
            <a:r>
              <a:rPr dirty="0" smtClean="0"/>
              <a:t>Assistant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346</Words>
  <Application>Microsoft Office PowerPoint</Application>
  <PresentationFormat>On-screen Show (4:3)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SONY</cp:lastModifiedBy>
  <cp:revision>4</cp:revision>
  <dcterms:created xsi:type="dcterms:W3CDTF">2013-01-27T09:14:16Z</dcterms:created>
  <dcterms:modified xsi:type="dcterms:W3CDTF">2026-09-11T13:09:57Z</dcterms:modified>
  <cp:category/>
</cp:coreProperties>
</file>