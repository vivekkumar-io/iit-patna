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85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Enterprise Knowledge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0109" y="3291840"/>
            <a:ext cx="608378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rPr dirty="0"/>
              <a:t>Project 2 — Advanced RAG Application</a:t>
            </a:r>
          </a:p>
          <a:p>
            <a:r>
              <a:rPr dirty="0" err="1"/>
              <a:t>Vivek</a:t>
            </a:r>
            <a:r>
              <a:rPr dirty="0"/>
              <a:t> Kumar | IIT Patna </a:t>
            </a:r>
            <a:r>
              <a:rPr dirty="0" err="1" smtClean="0"/>
              <a:t>GenAI</a:t>
            </a:r>
            <a:r>
              <a:rPr dirty="0" smtClean="0"/>
              <a:t> </a:t>
            </a:r>
            <a:r>
              <a:rPr dirty="0"/>
              <a:t>Development Program</a:t>
            </a:r>
          </a:p>
          <a:p>
            <a:r>
              <a:rPr dirty="0" err="1"/>
              <a:t>Oeeggis</a:t>
            </a:r>
            <a:r>
              <a:rPr dirty="0"/>
              <a:t> Corporation (Fictional — Academic Project)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Employees need quick answers from HR, IT, travel, and benefits policies.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Policy information is spread across multiple PDF and text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Manual search is slow, inconsistent, and time-consuming.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Need: a reliable assistant that answers from official company documents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Built an Employee Knowledge Assistant using Retrieval-Augmented Generation (RAG).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Indexes local company documents and retrieves relevant chunks for each question.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Uses hybrid search + reranking for better accuracy.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Generates grounded answers with source citations in a Streamlit chat UI.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Remembers follow-up questions using conversational memory.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65C0"/>
                </a:solidFill>
              </a:defRPr>
            </a:pPr>
            <a:r>
              <a:t>Architecture Flow Diagram</a:t>
            </a:r>
          </a:p>
        </p:txBody>
      </p:sp>
      <p:pic>
        <p:nvPicPr>
          <p:cNvPr id="3" name="Picture 2" descr="architecture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8503920" cy="5663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A: Indexing Pipeline (offline)  |  B: Query Pipeline (online)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565C0"/>
                </a:solidFill>
              </a:defRPr>
            </a:pPr>
            <a:r>
              <a:t>High-Level Architecture (ASCII)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594360"/>
            <a:ext cx="86868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Documents (PDF/TXT/DOCX)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Document Loader  |  ingestion/loader.py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   Chunker       |  ingestion/chunker.py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 Embeddings      |  ingestion/embedder.py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+----------------------+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v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    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ChromaDB Vector  |    |    BM25 Index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    Store        |    |              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    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|                   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+------------+-----------+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Hybrid Retriever    |  retrieval/hybrid_retriever.py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(Vector + BM25)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   Reranker         |  retrieval/reranker.py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Context Builder     |  generation/guard.py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LLM + Chat Memory    |  generation/chain.py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Streamlit Chat UI   |  app/ui/chat.py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Answer + Sources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Architecture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1" y="1097280"/>
            <a:ext cx="821467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Indexing: Documents → Loader → </a:t>
            </a:r>
            <a:r>
              <a:rPr dirty="0" err="1"/>
              <a:t>Chunker</a:t>
            </a:r>
            <a:r>
              <a:rPr dirty="0"/>
              <a:t> → </a:t>
            </a:r>
            <a:r>
              <a:rPr dirty="0" err="1"/>
              <a:t>Embeddings</a:t>
            </a:r>
            <a:r>
              <a:rPr dirty="0"/>
              <a:t> → </a:t>
            </a:r>
            <a:r>
              <a:rPr dirty="0" err="1"/>
              <a:t>ChromaDB</a:t>
            </a:r>
            <a:r>
              <a:rPr dirty="0"/>
              <a:t> + BM25.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Query: </a:t>
            </a:r>
            <a:endParaRPr lang="en-US" dirty="0" smtClean="0"/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 smtClean="0"/>
              <a:t>User </a:t>
            </a:r>
            <a:r>
              <a:rPr dirty="0"/>
              <a:t>input → route → memory rewrite → hybrid search → </a:t>
            </a:r>
            <a:r>
              <a:rPr dirty="0" err="1"/>
              <a:t>rerank</a:t>
            </a:r>
            <a:r>
              <a:rPr dirty="0"/>
              <a:t> → context builder → LLM.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Routing: greetings (UI); casual intros and memory questions get instant replies without retrieval.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Policy questions run the full RAG pipeline and return answers with source citations.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Hallucination guard returns a safe not-found message when no relevant chunks are found.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 err="1"/>
              <a:t>Streamlit</a:t>
            </a:r>
            <a:r>
              <a:rPr dirty="0"/>
              <a:t> UI shows chat history, sources, Knowledge Scope filter, and Clear/Reset.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Language: Python 3.10+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UI: Streamlit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Framework: LangChain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LLM &amp; Embeddings: OpenAI (gpt-4o-mini, text-embedding-3-small)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Vector Database: ChromaDB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Keyword Search: BM25 (rank-bm25)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Reranking: sentence-transformers cross-encoder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Config: pydantic-settings + .env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Key Features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Document ingestion from local folder (PDF, DOCX, TXT)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Chunking, embeddings, and vector storage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Semantic retrieval + BM25 hybrid search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Cross-encoder reranking for relevance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Conversational memory for follow-up questions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Source citations displayed in the UI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Hallucination guard with clear not-found responses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Startup preload of search models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Sample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Leave_Policy.pdf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HR_Handbook.pdf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IT_Policy.txt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Travel_Policy.txt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Benefits_Documentation.txt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Code_of_Conduct.txt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Company_FAQs.txt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Evaluator can run the app without creating data from scratch.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65C0"/>
                </a:solidFill>
              </a:defRPr>
            </a:pPr>
            <a:r>
              <a:t>Application UI — Home Screen</a:t>
            </a:r>
          </a:p>
        </p:txBody>
      </p:sp>
      <p:pic>
        <p:nvPicPr>
          <p:cNvPr id="3" name="Picture 2" descr="app_hom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5394960" cy="26711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61256" y="3770500"/>
            <a:ext cx="8425543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Header: </a:t>
            </a:r>
            <a:r>
              <a:rPr dirty="0" err="1"/>
              <a:t>Oeeggis</a:t>
            </a:r>
            <a:r>
              <a:rPr dirty="0"/>
              <a:t> Corporation branding and app </a:t>
            </a:r>
            <a:r>
              <a:rPr dirty="0" smtClean="0"/>
              <a:t>title.</a:t>
            </a:r>
            <a:r>
              <a:rPr lang="en-US" dirty="0" smtClean="0"/>
              <a:t> </a:t>
            </a:r>
            <a:r>
              <a:rPr dirty="0" smtClean="0"/>
              <a:t>Sidebar </a:t>
            </a:r>
            <a:r>
              <a:rPr dirty="0"/>
              <a:t>— Knowledge Scope lists all indexed policy documents.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User can see which topics the assistant can answer from</a:t>
            </a:r>
            <a:r>
              <a:rPr dirty="0" smtClean="0"/>
              <a:t>.</a:t>
            </a:r>
            <a:r>
              <a:rPr lang="en-US" dirty="0" smtClean="0"/>
              <a:t> </a:t>
            </a:r>
            <a:r>
              <a:rPr dirty="0" smtClean="0"/>
              <a:t>Main </a:t>
            </a:r>
            <a:r>
              <a:rPr dirty="0"/>
              <a:t>chat area shows welcome message from the assistant.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Chat input at bottom: type policy questions in natural </a:t>
            </a:r>
            <a:r>
              <a:rPr dirty="0" err="1" smtClean="0"/>
              <a:t>language.Clear</a:t>
            </a:r>
            <a:r>
              <a:rPr dirty="0" smtClean="0"/>
              <a:t> </a:t>
            </a:r>
            <a:r>
              <a:rPr dirty="0"/>
              <a:t>/ Reset button clears chat history and memory.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Footer disclaimer: academic/fictional company notice</a:t>
            </a:r>
            <a:r>
              <a:rPr dirty="0" smtClean="0"/>
              <a:t>.</a:t>
            </a:r>
            <a:r>
              <a:rPr lang="en-US" dirty="0" smtClean="0"/>
              <a:t> 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UI Functionality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Knowledge Scope (sidebar): all 7 documents are searchable.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Chat interaction: ask HR, IT, travel, leave, and benefits questions.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Conversation history: previous messages stay visible in the chat.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Source citations: policy answers show document names below reply.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Follow-up support: e.g. 'What about carry-forward?' after leave policy.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Intro handling: casual messages get quick replies without policy search.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Hallucination guard: returns not-found message when data is missing.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Clear / Reset: starts a fresh session for a new conversation.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4904548" cy="1887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1. Run setup.bat and python scripts/ingest.py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2. Start app with start.bat → http://localhost:8501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3. Ask: What is the leave policy?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4. Follow-up: What about carry-forward?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Sample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6038448" cy="34060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Q: What is the leave policy?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A: Summary from leave policy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Sources: Leave_Policy.pdf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Q: What is the salary for the CEO?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A: I could not find this information in the available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Q: Hi, my name is </a:t>
            </a:r>
            <a:r>
              <a:rPr lang="en-US" dirty="0" err="1" smtClean="0"/>
              <a:t>vivek</a:t>
            </a:r>
            <a:r>
              <a:rPr lang="en-US" dirty="0" smtClean="0"/>
              <a:t> </a:t>
            </a:r>
            <a:r>
              <a:rPr dirty="0" smtClean="0"/>
              <a:t> </a:t>
            </a:r>
            <a:r>
              <a:rPr dirty="0"/>
              <a:t>from Bangalore.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rPr dirty="0"/>
              <a:t>A: Brief acknowledgement without unsolicited policy advice.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Key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Hybrid retrieval combines semantic meaning and exact keyword matches.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Reranking improves precision before sending context to the LLM.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Conversational routing skips document search for casual introductions.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Models preload at startup to reduce first-question delay.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Modular layers: ingestion, retrieval, generation, and app UI.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1. setup.bat (first time only)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2. copy .env.example .env and add OPENAI_API_KEY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3. python scripts/ingest.py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4. start.bat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5. Open http://localhost:8501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Submission docs available in SubmissionDocument/ folder.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Questions &amp; Discussion</a:t>
            </a:r>
          </a:p>
          <a:p>
            <a:endParaRPr/>
          </a:p>
          <a:p>
            <a:r>
              <a:t>Vivek Kumar</a:t>
            </a:r>
          </a:p>
          <a:p>
            <a:r>
              <a:t>Enterprise Knowledge Assistant — Advanced RAG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883</Words>
  <Application>Microsoft Office PowerPoint</Application>
  <PresentationFormat>On-screen Show (4:3)</PresentationFormat>
  <Paragraphs>144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SONY</cp:lastModifiedBy>
  <cp:revision>3</cp:revision>
  <dcterms:created xsi:type="dcterms:W3CDTF">2013-01-27T09:14:16Z</dcterms:created>
  <dcterms:modified xsi:type="dcterms:W3CDTF">2026-09-13T03:47:02Z</dcterms:modified>
  <cp:category/>
</cp:coreProperties>
</file>